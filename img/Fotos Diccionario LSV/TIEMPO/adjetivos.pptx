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6858000" cy="9144000" type="letter"/>
  <p:notesSz cx="6858000" cy="9144000"/>
  <p:defaultTextStyle>
    <a:defPPr>
      <a:defRPr lang="en-US"/>
    </a:defPPr>
    <a:lvl1pPr marL="0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1013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20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3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6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3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6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9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5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3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7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3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391D2-1ED7-4B3B-B14D-78A37DB0E6C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0F13-FD08-4BE2-94AE-AFF68604713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1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cxnSp>
        <p:nvCxnSpPr>
          <p:cNvPr id="9" name="Conector recto de flecha 8"/>
          <p:cNvCxnSpPr/>
          <p:nvPr/>
        </p:nvCxnSpPr>
        <p:spPr>
          <a:xfrm flipH="1">
            <a:off x="2113005" y="3929449"/>
            <a:ext cx="667265" cy="126038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1947"/>
            <a:ext cx="2113005" cy="2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0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730" y="5636973"/>
            <a:ext cx="2630270" cy="3507027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>
            <a:off x="2372498" y="3150973"/>
            <a:ext cx="803188" cy="114917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89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194"/>
            <a:ext cx="6943646" cy="9258194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102" y="5538119"/>
            <a:ext cx="2704411" cy="3605881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H="1">
            <a:off x="1359243" y="3940314"/>
            <a:ext cx="1519671" cy="340074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98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346" y="5645320"/>
            <a:ext cx="2624010" cy="3498680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>
            <a:off x="2804985" y="3175686"/>
            <a:ext cx="840258" cy="11368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2804985" y="3533177"/>
            <a:ext cx="840258" cy="11368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2804985" y="3890668"/>
            <a:ext cx="840258" cy="11368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99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V="1">
            <a:off x="1421027" y="1087395"/>
            <a:ext cx="370703" cy="743876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69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</p:spPr>
      </p:pic>
      <p:cxnSp>
        <p:nvCxnSpPr>
          <p:cNvPr id="5" name="Conector recto de flecha 4"/>
          <p:cNvCxnSpPr/>
          <p:nvPr/>
        </p:nvCxnSpPr>
        <p:spPr>
          <a:xfrm flipV="1">
            <a:off x="4176584" y="5130715"/>
            <a:ext cx="1359243" cy="7148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 flipH="1">
            <a:off x="1198605" y="5130715"/>
            <a:ext cx="1692876" cy="357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15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1" cy="9144000"/>
          </a:xfrm>
        </p:spPr>
      </p:pic>
      <p:cxnSp>
        <p:nvCxnSpPr>
          <p:cNvPr id="7" name="Conector recto de flecha 6"/>
          <p:cNvCxnSpPr/>
          <p:nvPr/>
        </p:nvCxnSpPr>
        <p:spPr>
          <a:xfrm flipH="1">
            <a:off x="3429000" y="4856206"/>
            <a:ext cx="494271" cy="7547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1890584" y="4893941"/>
            <a:ext cx="442784" cy="7547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29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0</Words>
  <Application>Microsoft Office PowerPoint</Application>
  <PresentationFormat>Carta (216 x 279 mm)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Dr. Javier Ramírez</dc:creator>
  <cp:lastModifiedBy>Dr. Javier Ramírez</cp:lastModifiedBy>
  <cp:revision>4</cp:revision>
  <dcterms:created xsi:type="dcterms:W3CDTF">2026-09-08T17:48:21Z</dcterms:created>
  <dcterms:modified xsi:type="dcterms:W3CDTF">2026-09-08T21:21:42Z</dcterms:modified>
</cp:coreProperties>
</file>